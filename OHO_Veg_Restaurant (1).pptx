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56032"/>
            <a:ext cx="1645920" cy="532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</a:rPr>
              <a:t>Rajalakshmi Engineering College — Department of CSE (Cyber Security)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</a:rPr>
              <a:t>Rajalakshmi Engineering College — Department of CSE (Cyber Security)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83464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508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OHO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1F4D36"/>
                </a:solidFill>
              </a:rPr>
              <a:t>VEG RESTAURANT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97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Restaurant Website Development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9"/>
                </a:solidFill>
              </a:rPr>
              <a:t>A modern digital platform for a vegetarian restaurant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B2A28"/>
                </a:solidFill>
              </a:rPr>
              <a:t>Department of CSE-CS — Rajalakshmi Engineering College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A28"/>
                </a:solidFill>
              </a:rPr>
              <a:t>Student: Santhoshi S   |   Guide: Ms. Swathi Lakshmi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A28"/>
                </a:solidFill>
              </a:rPr>
              <a:t>Academic Year: 2026–2027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37760" y="82296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CDB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822960"/>
            <a:ext cx="3749040" cy="320040"/>
          </a:xfrm>
          <a:prstGeom prst="roundRect">
            <a:avLst>
              <a:gd name="adj" fmla="val 28571"/>
            </a:avLst>
          </a:prstGeom>
          <a:solidFill>
            <a:srgbClr val="F1E7D3"/>
          </a:solidFill>
          <a:ln w="12700">
            <a:solidFill>
              <a:srgbClr val="F1E7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74920" y="932688"/>
            <a:ext cx="91440" cy="9144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39512" y="932688"/>
            <a:ext cx="91440" cy="9144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04104" y="932688"/>
            <a:ext cx="91440" cy="91440"/>
          </a:xfrm>
          <a:prstGeom prst="ellipse">
            <a:avLst/>
          </a:prstGeom>
          <a:solidFill>
            <a:srgbClr val="B5A9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1143000"/>
            <a:ext cx="3749040" cy="274320"/>
          </a:xfrm>
          <a:prstGeom prst="rect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0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C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Home   Menu   About   Gallery   Reserve   Contact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12064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Fresh. Pure. Vegetarian.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120640" y="201168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2064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View Menu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257800" y="25146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49240" y="2606040"/>
            <a:ext cx="640080" cy="640080"/>
          </a:xfrm>
          <a:prstGeom prst="ellipse">
            <a:avLst/>
          </a:prstGeom>
          <a:solidFill>
            <a:srgbClr val="D9702E"/>
          </a:solidFill>
          <a:ln w="12700">
            <a:solidFill>
              <a:srgbClr val="D970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</a:rPr>
              <a:t>Paneer Butter Masala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46520" y="25146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37960" y="2606040"/>
            <a:ext cx="640080" cy="640080"/>
          </a:xfrm>
          <a:prstGeom prst="ellipse">
            <a:avLst/>
          </a:prstGeom>
          <a:solidFill>
            <a:srgbClr val="E2B861"/>
          </a:solidFill>
          <a:ln w="12700">
            <a:solidFill>
              <a:srgbClr val="E2B86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6364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</a:rPr>
              <a:t>Veg Biryani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635240" y="25146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726680" y="2606040"/>
            <a:ext cx="640080" cy="640080"/>
          </a:xfrm>
          <a:prstGeom prst="ellipse">
            <a:avLst/>
          </a:prstGeom>
          <a:solidFill>
            <a:srgbClr val="3F7D45"/>
          </a:solidFill>
          <a:ln w="12700">
            <a:solidFill>
              <a:srgbClr val="3F7D4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5236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A28"/>
                </a:solidFill>
              </a:rPr>
              <a:t>Palak Paneer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93776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459"/>
                </a:solidFill>
              </a:rPr>
              <a:t>Website preview (illustrative)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963E"/>
                </a:solidFill>
              </a:rPr>
              <a:t>Why OHO needs a dedicated website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17547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00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A28"/>
                </a:solidFill>
              </a:rPr>
              <a:t>A web presence is essential for restaurants today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A28"/>
                </a:solidFill>
              </a:rPr>
              <a:t>OHO is a vegetarian restaurant website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A28"/>
                </a:solidFill>
              </a:rPr>
              <a:t>Dishes, gallery and contact details in one place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600200"/>
            <a:ext cx="594360" cy="594360"/>
          </a:xfrm>
          <a:prstGeom prst="ellipse">
            <a:avLst/>
          </a:prstGeom>
          <a:solidFill>
            <a:srgbClr val="C7612B"/>
          </a:solidFill>
          <a:ln w="12700">
            <a:solidFill>
              <a:srgbClr val="C7612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294" y="17547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600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6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4231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A28"/>
                </a:solidFill>
              </a:rPr>
              <a:t>Restaurant details are scattered across platforms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A28"/>
                </a:solidFill>
              </a:rPr>
              <a:t>Hard to browse menus and reach the restaurant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A28"/>
                </a:solidFill>
              </a:rPr>
              <a:t>A dedicated site gives organised, easy browsing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Website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963E"/>
                </a:solidFill>
              </a:rPr>
              <a:t>What the website sets out to deliver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200400" cy="3154680"/>
          </a:xfrm>
          <a:prstGeom prst="roundRect">
            <a:avLst>
              <a:gd name="adj" fmla="val 2899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C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Visually appealing website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Organised vegetarian menu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Responsive on all screen sizes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Ready for backend integration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86200" y="137160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23360" y="1572768"/>
            <a:ext cx="548640" cy="54864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6006" y="1715414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690872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690872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59"/>
                </a:solidFill>
              </a:rPr>
              <a:t>Welcome &amp; highlights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137160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572768"/>
            <a:ext cx="548640" cy="54864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1715414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14032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114032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59"/>
                </a:solidFill>
              </a:rPr>
              <a:t>Search &amp; category filters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886200" y="2450592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023360" y="2651760"/>
            <a:ext cx="548640" cy="54864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006" y="279440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90872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Us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690872" y="29077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59"/>
                </a:solidFill>
              </a:rPr>
              <a:t>Our story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09360" y="2450592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2651760"/>
            <a:ext cx="548640" cy="54864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279440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14032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114032" y="29077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59"/>
                </a:solidFill>
              </a:rPr>
              <a:t>Food photo viewer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886200" y="3529584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023360" y="3730752"/>
            <a:ext cx="548640" cy="54864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006" y="3873398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690872" y="37124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4690872" y="39867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59"/>
                </a:solidFill>
              </a:rPr>
              <a:t>Table booking form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309360" y="3529584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446520" y="3730752"/>
            <a:ext cx="548640" cy="54864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166" y="3873398"/>
            <a:ext cx="263347" cy="26334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114032" y="37124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7114032" y="39867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59"/>
                </a:solidFill>
              </a:rPr>
              <a:t>Enquiry form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Vegetarian Menu Showcase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963E"/>
                </a:solidFill>
              </a:rPr>
              <a:t>Sample dishes presented in the OHO menu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D9702E"/>
          </a:solidFill>
          <a:ln w="12700">
            <a:solidFill>
              <a:srgbClr val="D970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16002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Paneer Butter Masala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91640" y="2194560"/>
            <a:ext cx="1280160" cy="246888"/>
          </a:xfrm>
          <a:prstGeom prst="roundRect">
            <a:avLst>
              <a:gd name="adj" fmla="val 48148"/>
            </a:avLst>
          </a:prstGeom>
          <a:solidFill>
            <a:srgbClr val="F1E7D3"/>
          </a:solidFill>
          <a:ln w="12700">
            <a:solidFill>
              <a:srgbClr val="F1E7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21945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2E"/>
                </a:solidFill>
              </a:rPr>
              <a:t>Main Course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5448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645920"/>
            <a:ext cx="731520" cy="731520"/>
          </a:xfrm>
          <a:prstGeom prst="ellipse">
            <a:avLst/>
          </a:prstGeom>
          <a:solidFill>
            <a:srgbClr val="E2B861"/>
          </a:solidFill>
          <a:ln w="12700">
            <a:solidFill>
              <a:srgbClr val="E2B8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6002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 Biryani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2194560"/>
            <a:ext cx="1280160" cy="246888"/>
          </a:xfrm>
          <a:prstGeom prst="roundRect">
            <a:avLst>
              <a:gd name="adj" fmla="val 48148"/>
            </a:avLst>
          </a:prstGeom>
          <a:solidFill>
            <a:srgbClr val="F1E7D3"/>
          </a:solidFill>
          <a:ln w="12700">
            <a:solidFill>
              <a:srgbClr val="F1E7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21945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2E"/>
                </a:solidFill>
              </a:rPr>
              <a:t>Rice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5448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45920"/>
            <a:ext cx="731520" cy="731520"/>
          </a:xfrm>
          <a:prstGeom prst="ellipse">
            <a:avLst/>
          </a:prstGeom>
          <a:solidFill>
            <a:srgbClr val="C99A3B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16002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 Dosa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69480" y="2194560"/>
            <a:ext cx="1280160" cy="246888"/>
          </a:xfrm>
          <a:prstGeom prst="roundRect">
            <a:avLst>
              <a:gd name="adj" fmla="val 48148"/>
            </a:avLst>
          </a:prstGeom>
          <a:solidFill>
            <a:srgbClr val="F1E7D3"/>
          </a:solidFill>
          <a:ln w="12700">
            <a:solidFill>
              <a:srgbClr val="F1E7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21945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2E"/>
                </a:solidFill>
              </a:rPr>
              <a:t>South Indian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5292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081528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172968"/>
            <a:ext cx="731520" cy="731520"/>
          </a:xfrm>
          <a:prstGeom prst="ellipse">
            <a:avLst/>
          </a:prstGeom>
          <a:solidFill>
            <a:srgbClr val="3F7D45"/>
          </a:solidFill>
          <a:ln w="12700">
            <a:solidFill>
              <a:srgbClr val="3F7D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91640" y="3127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Palak Paneer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691640" y="3721608"/>
            <a:ext cx="1280160" cy="246888"/>
          </a:xfrm>
          <a:prstGeom prst="roundRect">
            <a:avLst>
              <a:gd name="adj" fmla="val 48148"/>
            </a:avLst>
          </a:prstGeom>
          <a:solidFill>
            <a:srgbClr val="F1E7D3"/>
          </a:solidFill>
          <a:ln w="12700">
            <a:solidFill>
              <a:srgbClr val="F1E7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91640" y="37216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2E"/>
                </a:solidFill>
              </a:rPr>
              <a:t>Main Course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85292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3081528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0440" y="3172968"/>
            <a:ext cx="731520" cy="73152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0560" y="3127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Tadka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480560" y="3721608"/>
            <a:ext cx="1280160" cy="246888"/>
          </a:xfrm>
          <a:prstGeom prst="roundRect">
            <a:avLst>
              <a:gd name="adj" fmla="val 48148"/>
            </a:avLst>
          </a:prstGeom>
          <a:solidFill>
            <a:srgbClr val="F1E7D3"/>
          </a:solidFill>
          <a:ln w="12700">
            <a:solidFill>
              <a:srgbClr val="F1E7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80560" y="37216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2E"/>
                </a:solidFill>
              </a:rPr>
              <a:t>Dal &amp; Curries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85292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081528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172968"/>
            <a:ext cx="731520" cy="731520"/>
          </a:xfrm>
          <a:prstGeom prst="ellipse">
            <a:avLst/>
          </a:prstGeom>
          <a:solidFill>
            <a:srgbClr val="6FA05A"/>
          </a:solidFill>
          <a:ln w="12700">
            <a:solidFill>
              <a:srgbClr val="6FA0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69480" y="3127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Hara Bhara Kebab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269480" y="3721608"/>
            <a:ext cx="1280160" cy="246888"/>
          </a:xfrm>
          <a:prstGeom prst="roundRect">
            <a:avLst>
              <a:gd name="adj" fmla="val 48148"/>
            </a:avLst>
          </a:prstGeom>
          <a:solidFill>
            <a:srgbClr val="F1E7D3"/>
          </a:solidFill>
          <a:ln w="12700">
            <a:solidFill>
              <a:srgbClr val="F1E7D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69480" y="37216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E2E"/>
                </a:solidFill>
              </a:rPr>
              <a:t>Starter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434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</a:rPr>
              <a:t>Dish visuals are illustrative; replace with OHO food photography.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Working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963E"/>
                </a:solidFill>
              </a:rPr>
              <a:t>Frontend implemented; backend planned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F4D36"/>
          </a:solidFill>
          <a:ln w="19050">
            <a:solidFill>
              <a:srgbClr val="1F4D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Browser / Mobile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40280" y="1536192"/>
            <a:ext cx="274320" cy="310896"/>
          </a:xfrm>
          <a:prstGeom prst="rightArrow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2801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F4D36"/>
          </a:solidFill>
          <a:ln w="19050">
            <a:solidFill>
              <a:srgbClr val="1F4D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Implemented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536192"/>
            <a:ext cx="274320" cy="310896"/>
          </a:xfrm>
          <a:prstGeom prst="rightArrow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801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F4D36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6344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REST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F4D36"/>
                </a:solidFill>
              </a:rPr>
              <a:t>Planned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1536192"/>
            <a:ext cx="274320" cy="310896"/>
          </a:xfrm>
          <a:prstGeom prst="rightArrow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12801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F4D3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76656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F4D36"/>
                </a:solidFill>
              </a:rPr>
              <a:t>Planned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606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React.js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83080" y="2606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83080" y="2606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606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0" y="2606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HTML / CSS / JS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6060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2606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Framer Motion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260604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D36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492240" y="2606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36"/>
                </a:solidFill>
              </a:rPr>
              <a:t>Flask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26060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D36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7543800" y="2606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36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59"/>
                </a:solidFill>
              </a:rPr>
              <a:t>Solid = implemented    Dashed = planned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1E7D3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E2E"/>
                </a:solidFill>
              </a:rPr>
              <a:t>Open Website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40280" y="3749040"/>
            <a:ext cx="274320" cy="228600"/>
          </a:xfrm>
          <a:prstGeom prst="rightArrow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36118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1E7D3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6032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E2E"/>
                </a:solidFill>
              </a:rPr>
              <a:t>Explore Menu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43400" y="3749040"/>
            <a:ext cx="274320" cy="228600"/>
          </a:xfrm>
          <a:prstGeom prst="rightArrow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6118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1E7D3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E2E"/>
                </a:solidFill>
              </a:rPr>
              <a:t>View Restaurant Info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46520" y="3749040"/>
            <a:ext cx="274320" cy="228600"/>
          </a:xfrm>
          <a:prstGeom prst="rightArrow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36118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1E7D3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E2E"/>
                </a:solidFill>
              </a:rPr>
              <a:t>Reservation / Contact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3434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59"/>
                </a:solidFill>
              </a:rPr>
              <a:t>Note: forms are currently frontend demonstrations; no backend or database is connected yet.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Future Scope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15568"/>
            <a:ext cx="411480" cy="411480"/>
          </a:xfrm>
          <a:prstGeom prst="ellipse">
            <a:avLst/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222553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(to perform)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91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Navigation links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Menu search &amp; filters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Gallery viewing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Form validation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Responsive layout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115568"/>
            <a:ext cx="411480" cy="411480"/>
          </a:xfrm>
          <a:prstGeom prst="ellipse">
            <a:avLst/>
          </a:prstGeom>
          <a:solidFill>
            <a:srgbClr val="C7612B"/>
          </a:solidFill>
          <a:ln w="12700">
            <a:solidFill>
              <a:srgbClr val="C7612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985" y="1222553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3192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691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Forms not saved to a database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No admin dashboard yet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Not deployed live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00584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115568"/>
            <a:ext cx="411480" cy="411480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905" y="1222553"/>
            <a:ext cx="197510" cy="19751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2084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691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Flask APIs &amp; PostgreSQL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Admin dashboard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Email confirmations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A28"/>
                </a:solidFill>
              </a:rPr>
              <a:t>Online ordering &amp; payment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F4D36"/>
          </a:solidFill>
          <a:ln w="12700">
            <a:solidFill>
              <a:srgbClr val="1F4D3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5661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C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OHO is a responsive, interactive vegetarian restaurant website. With backend and database integration it can grow into a complete restaurant platform.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83680" y="35661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Questions &amp; Answers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HO REC">
  <a:themeElements>
    <a:clrScheme name="OHO REC">
      <a:dk1>
        <a:srgbClr val="2B2A28"/>
      </a:dk1>
      <a:lt1>
        <a:srgbClr val="FFFAF4"/>
      </a:lt1>
      <a:dk2>
        <a:srgbClr val="1F4D36"/>
      </a:dk2>
      <a:lt2>
        <a:srgbClr val="F1E7D3"/>
      </a:lt2>
      <a:accent1>
        <a:srgbClr val="1F4D36"/>
      </a:accent1>
      <a:accent2>
        <a:srgbClr val="B8963E"/>
      </a:accent2>
      <a:accent3>
        <a:srgbClr val="2F7A52"/>
      </a:accent3>
      <a:accent4>
        <a:srgbClr val="8E3B8C"/>
      </a:accent4>
      <a:accent5>
        <a:srgbClr val="C7612B"/>
      </a:accent5>
      <a:accent6>
        <a:srgbClr val="6B4E2E"/>
      </a:accent6>
      <a:hlink>
        <a:srgbClr val="1F4D36"/>
      </a:hlink>
      <a:folHlink>
        <a:srgbClr val="6B4E2E"/>
      </a:folHlink>
    </a:clrScheme>
    <a:fontScheme name="OHO RE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OHO Veg Restaurant</dc:title>
  <dc:subject>PptxGenJS Presentation</dc:subject>
  <dc:creator>PptxGenJS</dc:creator>
  <cp:lastModifiedBy>PptxGenJS</cp:lastModifiedBy>
  <cp:revision>1</cp:revision>
  <dcterms:created xsi:type="dcterms:W3CDTF">2026-10-15T03:57:03Z</dcterms:created>
  <dcterms:modified xsi:type="dcterms:W3CDTF">2026-10-15T03:57:03Z</dcterms:modified>
</cp:coreProperties>
</file>